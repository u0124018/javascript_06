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49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5143EEAC-8E0A-4064-8D8D-4D432C9265AF}" type="datetimeFigureOut">
              <a:rPr lang="zh-TW" altLang="en-US" smtClean="0"/>
              <a:t>2014/6/12</a:t>
            </a:fld>
            <a:endParaRPr lang="zh-TW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75DCD9C-6675-4A87-BCE5-BCFCE80F8BD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EEAC-8E0A-4064-8D8D-4D432C9265AF}" type="datetimeFigureOut">
              <a:rPr lang="zh-TW" altLang="en-US" smtClean="0"/>
              <a:t>2014/6/12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CD9C-6675-4A87-BCE5-BCFCE80F8BD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EEAC-8E0A-4064-8D8D-4D432C9265AF}" type="datetimeFigureOut">
              <a:rPr lang="zh-TW" altLang="en-US" smtClean="0"/>
              <a:t>2014/6/12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CD9C-6675-4A87-BCE5-BCFCE80F8BD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EEAC-8E0A-4064-8D8D-4D432C9265AF}" type="datetimeFigureOut">
              <a:rPr lang="zh-TW" altLang="en-US" smtClean="0"/>
              <a:t>2014/6/12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CD9C-6675-4A87-BCE5-BCFCE80F8BD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EEAC-8E0A-4064-8D8D-4D432C9265AF}" type="datetimeFigureOut">
              <a:rPr lang="zh-TW" altLang="en-US" smtClean="0"/>
              <a:t>2014/6/12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CD9C-6675-4A87-BCE5-BCFCE80F8BD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EEAC-8E0A-4064-8D8D-4D432C9265AF}" type="datetimeFigureOut">
              <a:rPr lang="zh-TW" altLang="en-US" smtClean="0"/>
              <a:t>2014/6/12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CD9C-6675-4A87-BCE5-BCFCE80F8BD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EEAC-8E0A-4064-8D8D-4D432C9265AF}" type="datetimeFigureOut">
              <a:rPr lang="zh-TW" altLang="en-US" smtClean="0"/>
              <a:t>2014/6/12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CD9C-6675-4A87-BCE5-BCFCE80F8BD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EEAC-8E0A-4064-8D8D-4D432C9265AF}" type="datetimeFigureOut">
              <a:rPr lang="zh-TW" altLang="en-US" smtClean="0"/>
              <a:t>2014/6/12</a:t>
            </a:fld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CD9C-6675-4A87-BCE5-BCFCE80F8BD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EEAC-8E0A-4064-8D8D-4D432C9265AF}" type="datetimeFigureOut">
              <a:rPr lang="zh-TW" altLang="en-US" smtClean="0"/>
              <a:t>2014/6/12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CD9C-6675-4A87-BCE5-BCFCE80F8BD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EEAC-8E0A-4064-8D8D-4D432C9265AF}" type="datetimeFigureOut">
              <a:rPr lang="zh-TW" altLang="en-US" smtClean="0"/>
              <a:t>2014/6/12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CD9C-6675-4A87-BCE5-BCFCE80F8BD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3EEAC-8E0A-4064-8D8D-4D432C9265AF}" type="datetimeFigureOut">
              <a:rPr lang="zh-TW" altLang="en-US" smtClean="0"/>
              <a:t>2014/6/12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DCD9C-6675-4A87-BCE5-BCFCE80F8BD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5143EEAC-8E0A-4064-8D8D-4D432C9265AF}" type="datetimeFigureOut">
              <a:rPr lang="zh-TW" altLang="en-US" smtClean="0"/>
              <a:t>2014/6/12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775DCD9C-6675-4A87-BCE5-BCFCE80F8BD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Javascript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期末專題報告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672216"/>
          </a:xfrm>
        </p:spPr>
        <p:txBody>
          <a:bodyPr>
            <a:normAutofit lnSpcReduction="10000"/>
          </a:bodyPr>
          <a:lstStyle/>
          <a:p>
            <a:r>
              <a:rPr lang="zh-TW" altLang="en-US" dirty="0" smtClean="0"/>
              <a:t>組別：第五組</a:t>
            </a:r>
            <a:endParaRPr lang="en-US" altLang="zh-TW" dirty="0" smtClean="0"/>
          </a:p>
          <a:p>
            <a:r>
              <a:rPr lang="zh-TW" altLang="en-US" dirty="0"/>
              <a:t>組員</a:t>
            </a:r>
            <a:r>
              <a:rPr lang="zh-TW" altLang="en-US" dirty="0" smtClean="0"/>
              <a:t>：</a:t>
            </a:r>
            <a:r>
              <a:rPr lang="en-US" altLang="zh-TW" dirty="0" smtClean="0"/>
              <a:t>0124018</a:t>
            </a:r>
            <a:r>
              <a:rPr lang="zh-TW" altLang="en-US" dirty="0" smtClean="0"/>
              <a:t> 彭銘楷</a:t>
            </a:r>
            <a:endParaRPr lang="en-US" altLang="zh-TW" dirty="0" smtClean="0"/>
          </a:p>
          <a:p>
            <a:r>
              <a:rPr lang="zh-TW" altLang="en-US" dirty="0"/>
              <a:t> </a:t>
            </a:r>
            <a:r>
              <a:rPr lang="zh-TW" altLang="en-US" dirty="0" smtClean="0"/>
              <a:t>          </a:t>
            </a:r>
            <a:r>
              <a:rPr lang="en-US" altLang="zh-TW" dirty="0" smtClean="0"/>
              <a:t>0124092</a:t>
            </a:r>
            <a:r>
              <a:rPr lang="zh-TW" altLang="en-US" dirty="0" smtClean="0"/>
              <a:t> 劉晉維</a:t>
            </a:r>
            <a:endParaRPr lang="en-US" altLang="zh-TW" dirty="0" smtClean="0"/>
          </a:p>
          <a:p>
            <a:r>
              <a:rPr lang="zh-TW" altLang="en-US" dirty="0" smtClean="0"/>
              <a:t>           </a:t>
            </a:r>
            <a:r>
              <a:rPr lang="en-US" altLang="zh-TW" dirty="0" smtClean="0"/>
              <a:t>0124101</a:t>
            </a:r>
            <a:r>
              <a:rPr lang="zh-TW" altLang="en-US" dirty="0" smtClean="0"/>
              <a:t> 張朝雄</a:t>
            </a:r>
            <a:endParaRPr lang="en-US" altLang="zh-TW" dirty="0" smtClean="0"/>
          </a:p>
          <a:p>
            <a:r>
              <a:rPr lang="zh-TW" altLang="en-US" dirty="0"/>
              <a:t>指導</a:t>
            </a:r>
            <a:r>
              <a:rPr lang="zh-TW" altLang="en-US" dirty="0" smtClean="0"/>
              <a:t>老師：黃文楨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70215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主題</a:t>
            </a:r>
            <a:r>
              <a:rPr lang="zh-TW" altLang="en-US" dirty="0" smtClean="0"/>
              <a:t>介紹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一開始由於組員晉維想到可以做</a:t>
            </a:r>
            <a:r>
              <a:rPr lang="zh-TW" altLang="en-US" dirty="0" smtClean="0"/>
              <a:t>一個以某種概念為主題</a:t>
            </a:r>
            <a:r>
              <a:rPr lang="zh-TW" altLang="en-US" dirty="0"/>
              <a:t>的網頁，就使用登山社社團的網頁來改成屬於我們的內容。當時還在苦惱該做什麼主題，後來突然想到可以以我們資管系系會為主題來介紹成員及相關連結，因此就開始著手進行網頁的功能設計以及網頁程式的撰寫工作。</a:t>
            </a:r>
            <a:r>
              <a:rPr lang="zh-TW" altLang="en-US" dirty="0" smtClean="0"/>
              <a:t>也希望做出</a:t>
            </a:r>
            <a:r>
              <a:rPr lang="zh-TW" altLang="en-US" dirty="0"/>
              <a:t>此網頁</a:t>
            </a:r>
            <a:r>
              <a:rPr lang="zh-TW" altLang="en-US" dirty="0" smtClean="0"/>
              <a:t>，能讓</a:t>
            </a:r>
            <a:r>
              <a:rPr lang="zh-TW" altLang="en-US" dirty="0"/>
              <a:t>大家能夠更了解我們系會的幹部成員。</a:t>
            </a:r>
          </a:p>
        </p:txBody>
      </p:sp>
    </p:spTree>
    <p:extLst>
      <p:ext uri="{BB962C8B-B14F-4D97-AF65-F5344CB8AC3E}">
        <p14:creationId xmlns:p14="http://schemas.microsoft.com/office/powerpoint/2010/main" val="332929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製作流程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以星野登山社社團為基底</a:t>
            </a:r>
            <a:endParaRPr lang="en-US" altLang="zh-TW" dirty="0" smtClean="0"/>
          </a:p>
          <a:p>
            <a:r>
              <a:rPr lang="zh-TW" altLang="en-US" dirty="0" smtClean="0"/>
              <a:t>參考</a:t>
            </a:r>
            <a:r>
              <a:rPr lang="zh-TW" altLang="en-US" dirty="0"/>
              <a:t>網路</a:t>
            </a:r>
            <a:r>
              <a:rPr lang="zh-TW" altLang="en-US" dirty="0" smtClean="0"/>
              <a:t>資源以取得各項功能</a:t>
            </a:r>
            <a:endParaRPr lang="en-US" altLang="zh-TW" dirty="0" smtClean="0"/>
          </a:p>
          <a:p>
            <a:r>
              <a:rPr lang="zh-TW" altLang="en-US" dirty="0" smtClean="0"/>
              <a:t>截取照片進行編輯</a:t>
            </a:r>
            <a:endParaRPr lang="en-US" altLang="zh-TW" dirty="0" smtClean="0"/>
          </a:p>
          <a:p>
            <a:r>
              <a:rPr lang="zh-TW" altLang="en-US" dirty="0"/>
              <a:t>使用</a:t>
            </a:r>
            <a:r>
              <a:rPr lang="en-US" altLang="zh-TW" dirty="0"/>
              <a:t>sublime</a:t>
            </a:r>
            <a:r>
              <a:rPr lang="zh-TW" altLang="en-US" dirty="0"/>
              <a:t>編輯器設計各內容</a:t>
            </a:r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622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功能介紹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組字</a:t>
            </a:r>
            <a:r>
              <a:rPr lang="zh-TW" altLang="en-US" dirty="0" smtClean="0"/>
              <a:t>：可讓英文字組成不同的單字或句子</a:t>
            </a:r>
            <a:endParaRPr lang="en-US" altLang="zh-TW" dirty="0" smtClean="0"/>
          </a:p>
          <a:p>
            <a:r>
              <a:rPr lang="zh-TW" altLang="en-US" dirty="0" smtClean="0"/>
              <a:t>外部網站連結</a:t>
            </a:r>
            <a:r>
              <a:rPr lang="zh-TW" altLang="en-US" dirty="0" smtClean="0"/>
              <a:t>：提供系會及系上相關網站連結</a:t>
            </a:r>
            <a:endParaRPr lang="en-US" altLang="zh-TW" dirty="0" smtClean="0"/>
          </a:p>
          <a:p>
            <a:r>
              <a:rPr lang="zh-TW" altLang="en-US" dirty="0" smtClean="0"/>
              <a:t>中間小字功能：每次重新整理會隨機跑出四種句子的期中一種</a:t>
            </a:r>
            <a:endParaRPr lang="en-US" altLang="zh-TW" dirty="0" smtClean="0"/>
          </a:p>
          <a:p>
            <a:r>
              <a:rPr lang="zh-TW" altLang="en-US" dirty="0" smtClean="0"/>
              <a:t>系會成員連結：連結到成員ＦＢ</a:t>
            </a:r>
            <a:endParaRPr lang="en-US" altLang="zh-TW" dirty="0" smtClean="0"/>
          </a:p>
          <a:p>
            <a:r>
              <a:rPr lang="zh-TW" altLang="en-US" dirty="0" smtClean="0"/>
              <a:t>照片輪播設計：可觀看不同照片及幹部名稱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578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11760" y="2996952"/>
            <a:ext cx="7024744" cy="1143000"/>
          </a:xfrm>
        </p:spPr>
        <p:txBody>
          <a:bodyPr>
            <a:noAutofit/>
          </a:bodyPr>
          <a:lstStyle/>
          <a:p>
            <a:r>
              <a:rPr lang="en-US" altLang="zh-TW" sz="8000" dirty="0" smtClean="0"/>
              <a:t>THE</a:t>
            </a:r>
            <a:r>
              <a:rPr lang="zh-TW" altLang="en-US" sz="8000" dirty="0" smtClean="0"/>
              <a:t>   </a:t>
            </a:r>
            <a:r>
              <a:rPr lang="en-US" altLang="zh-TW" sz="8000" dirty="0" smtClean="0"/>
              <a:t>END</a:t>
            </a:r>
            <a:endParaRPr lang="zh-TW" altLang="en-US" sz="8000" dirty="0"/>
          </a:p>
        </p:txBody>
      </p:sp>
    </p:spTree>
    <p:extLst>
      <p:ext uri="{BB962C8B-B14F-4D97-AF65-F5344CB8AC3E}">
        <p14:creationId xmlns:p14="http://schemas.microsoft.com/office/powerpoint/2010/main" val="277237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奧斯丁">
  <a:themeElements>
    <a:clrScheme name="奧斯丁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奧斯丁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奧斯丁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68</TotalTime>
  <Words>213</Words>
  <Application>Microsoft Office PowerPoint</Application>
  <PresentationFormat>如螢幕大小 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微軟正黑體</vt:lpstr>
      <vt:lpstr>Century Gothic</vt:lpstr>
      <vt:lpstr>Wingdings 2</vt:lpstr>
      <vt:lpstr>奧斯丁</vt:lpstr>
      <vt:lpstr>Javascript 期末專題報告</vt:lpstr>
      <vt:lpstr>主題介紹</vt:lpstr>
      <vt:lpstr>製作流程</vt:lpstr>
      <vt:lpstr>功能介紹</vt:lpstr>
      <vt:lpstr>THE   END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期末專題報告</dc:title>
  <dc:creator>user</dc:creator>
  <cp:lastModifiedBy>KEVIN</cp:lastModifiedBy>
  <cp:revision>7</cp:revision>
  <dcterms:created xsi:type="dcterms:W3CDTF">2014-06-11T09:43:29Z</dcterms:created>
  <dcterms:modified xsi:type="dcterms:W3CDTF">2014-06-11T18:39:11Z</dcterms:modified>
</cp:coreProperties>
</file>